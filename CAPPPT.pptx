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14"/>
  </p:notesMasterIdLst>
  <p:handoutMasterIdLst>
    <p:handoutMasterId r:id="rId15"/>
  </p:handoutMasterIdLst>
  <p:sldIdLst>
    <p:sldId id="277" r:id="rId4"/>
    <p:sldId id="399" r:id="rId5"/>
    <p:sldId id="400" r:id="rId6"/>
    <p:sldId id="401" r:id="rId7"/>
    <p:sldId id="402" r:id="rId8"/>
    <p:sldId id="403" r:id="rId9"/>
    <p:sldId id="408" r:id="rId10"/>
    <p:sldId id="404" r:id="rId11"/>
    <p:sldId id="405" r:id="rId12"/>
    <p:sldId id="40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74" autoAdjust="0"/>
    <p:restoredTop sz="94660" autoAdjust="0"/>
  </p:normalViewPr>
  <p:slideViewPr>
    <p:cSldViewPr snapToGrid="0">
      <p:cViewPr>
        <p:scale>
          <a:sx n="50" d="100"/>
          <a:sy n="50" d="100"/>
        </p:scale>
        <p:origin x="2160" y="8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98031" y="1476029"/>
            <a:ext cx="6829425" cy="279723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BACHELOR OF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 IN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INFORMATION SECURITY 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657138" y="443068"/>
            <a:ext cx="847709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600" dirty="0"/>
              <a:t>Unified Public Wi-Fi Security Monitoring System for Smart Cities</a:t>
            </a:r>
            <a:endParaRPr lang="en-US" sz="3600" dirty="0">
              <a:latin typeface="Raleway ExtraBold" pitchFamily="34" charset="-52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856200" y="4713444"/>
            <a:ext cx="284776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Submitted by: </a:t>
            </a:r>
          </a:p>
          <a:p>
            <a:r>
              <a:rPr lang="en-US" sz="2000" dirty="0"/>
              <a:t>Shail Gupta :22BIS50003 </a:t>
            </a:r>
          </a:p>
          <a:p>
            <a:r>
              <a:rPr lang="en-US" sz="2000" dirty="0"/>
              <a:t>Jahir : 22BIS70078</a:t>
            </a:r>
          </a:p>
          <a:p>
            <a:r>
              <a:rPr lang="en-US" sz="2000" dirty="0"/>
              <a:t>Md.Hadique:22BIS50006</a:t>
            </a:r>
          </a:p>
          <a:p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7681250" y="4725655"/>
            <a:ext cx="29713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Under the Supervision of: </a:t>
            </a:r>
          </a:p>
          <a:p>
            <a:r>
              <a:rPr lang="en-US" sz="2000" dirty="0"/>
              <a:t>Komal Mehta(E15888)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r>
              <a:rPr lang="en-US" b="1" dirty="0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8220"/>
            <a:ext cx="10515600" cy="495225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Introduction to Project</a:t>
            </a:r>
          </a:p>
          <a:p>
            <a:r>
              <a:rPr lang="en-US" dirty="0"/>
              <a:t>Block Diagram / System Architecture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/>
              <a:t>Experimental Setup Design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/>
              <a:t>Required Equipment / Software</a:t>
            </a:r>
          </a:p>
          <a:p>
            <a:r>
              <a:rPr lang="en-US" dirty="0"/>
              <a:t> Methodology Used </a:t>
            </a:r>
          </a:p>
          <a:p>
            <a:r>
              <a:rPr lang="en-US" dirty="0"/>
              <a:t>Research Methodology </a:t>
            </a:r>
          </a:p>
          <a:p>
            <a:r>
              <a:rPr lang="en-US" dirty="0"/>
              <a:t>Feasibility &amp; Innovation</a:t>
            </a:r>
            <a:endParaRPr lang="en-US" spc="-10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References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Smart Cities offer free public Wi-Fi to enhance connectivity, but these networks are prone to cyber-attacks such as man-in-the-middle attacks, spoofing, and malware injections.</a:t>
            </a:r>
          </a:p>
          <a:p>
            <a:r>
              <a:rPr lang="en-US" dirty="0"/>
              <a:t>Traditional security solutions lack scalability and adaptability for open public networks.</a:t>
            </a:r>
          </a:p>
          <a:p>
            <a:r>
              <a:rPr lang="en-US" dirty="0"/>
              <a:t>The project aims to build a Unified Security Monitoring System leveraging </a:t>
            </a:r>
            <a:r>
              <a:rPr lang="en-US" b="1" dirty="0"/>
              <a:t>Open-Source Intrusion Detection Systems (IDS)</a:t>
            </a:r>
            <a:r>
              <a:rPr lang="en-US" dirty="0"/>
              <a:t> like </a:t>
            </a:r>
            <a:r>
              <a:rPr lang="en-US" b="1" dirty="0"/>
              <a:t>Snort</a:t>
            </a:r>
            <a:r>
              <a:rPr lang="en-US" dirty="0"/>
              <a:t>, along with </a:t>
            </a:r>
            <a:r>
              <a:rPr lang="en-US" b="1" dirty="0"/>
              <a:t>Wireshark</a:t>
            </a:r>
            <a:r>
              <a:rPr lang="en-US" dirty="0"/>
              <a:t> and </a:t>
            </a:r>
            <a:r>
              <a:rPr lang="en-US" b="1" dirty="0"/>
              <a:t>Python-based automation</a:t>
            </a:r>
            <a:r>
              <a:rPr lang="en-US" dirty="0"/>
              <a:t>, to ensure secure public Wi-Fi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Block Diagram / System Architecture</a:t>
            </a:r>
          </a:p>
        </p:txBody>
      </p:sp>
      <p:pic>
        <p:nvPicPr>
          <p:cNvPr id="6" name="Content Placeholder 5" descr="A diagram of a security system">
            <a:extLst>
              <a:ext uri="{FF2B5EF4-FFF2-40B4-BE49-F238E27FC236}">
                <a16:creationId xmlns:a16="http://schemas.microsoft.com/office/drawing/2014/main" id="{9A2650B7-AE9F-CFEB-1973-D57BC4E9D2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882" y="1348735"/>
            <a:ext cx="6527717" cy="4753277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Experimental Setup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Public Wi-Fi hotspots (test environment)</a:t>
            </a:r>
          </a:p>
          <a:p>
            <a:pPr marL="0" indent="0">
              <a:buNone/>
            </a:pPr>
            <a:r>
              <a:rPr lang="en-US" dirty="0"/>
              <a:t>• Security monitoring devices/software</a:t>
            </a:r>
          </a:p>
          <a:p>
            <a:pPr marL="0" indent="0">
              <a:buNone/>
            </a:pPr>
            <a:r>
              <a:rPr lang="en-US" dirty="0"/>
              <a:t>• Centralized logging server</a:t>
            </a:r>
          </a:p>
          <a:p>
            <a:pPr marL="0" indent="0">
              <a:buNone/>
            </a:pPr>
            <a:r>
              <a:rPr lang="en-US" dirty="0"/>
              <a:t>• Admin dashboard for real-time monitoring</a:t>
            </a:r>
          </a:p>
          <a:p>
            <a:endParaRPr lang="en-US" dirty="0"/>
          </a:p>
          <a:p>
            <a:r>
              <a:rPr lang="en-US" b="1" dirty="0"/>
              <a:t>Flow: Wi-Fi → IDS/IPS → Monitoring System → Dashboard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65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Required Equipment / Software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0C2B8A7-E575-8BFC-64D4-C95081E7CA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8169" y="1244117"/>
            <a:ext cx="11055662" cy="503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Hardware:</a:t>
            </a:r>
          </a:p>
          <a:p>
            <a:pPr marL="0" indent="0">
              <a:buNone/>
            </a:pPr>
            <a:r>
              <a:rPr lang="en-US" dirty="0"/>
              <a:t>• Wi-Fi Access Points</a:t>
            </a:r>
          </a:p>
          <a:p>
            <a:pPr marL="0" indent="0">
              <a:buNone/>
            </a:pPr>
            <a:r>
              <a:rPr lang="en-US" dirty="0"/>
              <a:t>• Monitoring Server / Router</a:t>
            </a:r>
          </a:p>
          <a:p>
            <a:pPr marL="0" indent="0">
              <a:buNone/>
            </a:pPr>
            <a:r>
              <a:rPr lang="en-US" dirty="0"/>
              <a:t>• Network Sensors</a:t>
            </a:r>
          </a:p>
          <a:p>
            <a:endParaRPr lang="en-US" dirty="0"/>
          </a:p>
          <a:p>
            <a:r>
              <a:rPr lang="en-US" b="1" dirty="0"/>
              <a:t>Software:</a:t>
            </a:r>
          </a:p>
          <a:p>
            <a:pPr marL="0" indent="0">
              <a:buNone/>
            </a:pPr>
            <a:r>
              <a:rPr lang="en-US" dirty="0"/>
              <a:t>• Wireshark / </a:t>
            </a:r>
            <a:r>
              <a:rPr lang="en-US" dirty="0" err="1"/>
              <a:t>tcpdump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SIEM Tool (Splunk, ELK)</a:t>
            </a:r>
          </a:p>
          <a:p>
            <a:pPr marL="0" indent="0">
              <a:buNone/>
            </a:pPr>
            <a:r>
              <a:rPr lang="en-US" dirty="0"/>
              <a:t>• Firewall (</a:t>
            </a:r>
            <a:r>
              <a:rPr lang="en-US" dirty="0" err="1"/>
              <a:t>pfSense</a:t>
            </a:r>
            <a:r>
              <a:rPr lang="en-US" dirty="0"/>
              <a:t> / Windows Defender)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240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0D10F-3359-98DB-486C-8F2F81FD6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FBAB8-81FF-6634-A040-C31271236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 Methodology Used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19AF1-1110-7FA4-1B6A-3A2E6B4A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0ACD7E-759F-3664-1795-474A6825B8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81100" y="1228725"/>
            <a:ext cx="9239250" cy="494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4980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Methodology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Research Methodology:</a:t>
            </a:r>
          </a:p>
          <a:p>
            <a:pPr marL="0" indent="0">
              <a:buNone/>
            </a:pPr>
            <a:r>
              <a:rPr lang="en-US" dirty="0"/>
              <a:t>1. Identify threats in public Wi-Fi</a:t>
            </a:r>
          </a:p>
          <a:p>
            <a:pPr marL="0" indent="0">
              <a:buNone/>
            </a:pPr>
            <a:r>
              <a:rPr lang="en-US" dirty="0"/>
              <a:t>2. Collect traffic logs</a:t>
            </a:r>
          </a:p>
          <a:p>
            <a:pPr marL="0" indent="0">
              <a:buNone/>
            </a:pPr>
            <a:r>
              <a:rPr lang="en-US" dirty="0"/>
              <a:t>3. Apply security analysis</a:t>
            </a:r>
          </a:p>
          <a:p>
            <a:pPr marL="0" indent="0">
              <a:buNone/>
            </a:pPr>
            <a:r>
              <a:rPr lang="en-US" dirty="0"/>
              <a:t>4. Generate reports &amp; alerts</a:t>
            </a:r>
          </a:p>
          <a:p>
            <a:endParaRPr lang="en-US" dirty="0"/>
          </a:p>
          <a:p>
            <a:r>
              <a:rPr lang="en-US" b="1" dirty="0"/>
              <a:t>Data Collection:</a:t>
            </a:r>
          </a:p>
          <a:p>
            <a:pPr marL="0" indent="0">
              <a:buNone/>
            </a:pPr>
            <a:r>
              <a:rPr lang="en-US" dirty="0"/>
              <a:t>1. Real-time packet capture</a:t>
            </a:r>
          </a:p>
          <a:p>
            <a:pPr marL="0" indent="0">
              <a:buNone/>
            </a:pPr>
            <a:r>
              <a:rPr lang="en-US" dirty="0"/>
              <a:t>2. Logging suspicious activities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62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&amp;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9068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 </a:t>
            </a:r>
            <a:r>
              <a:rPr lang="en-US" b="1" dirty="0"/>
              <a:t>Feasibility Analysis:</a:t>
            </a:r>
          </a:p>
          <a:p>
            <a:pPr marL="0" indent="0">
              <a:buNone/>
            </a:pPr>
            <a:r>
              <a:rPr lang="en-US" dirty="0"/>
              <a:t>• Scalable across multiple hotspots</a:t>
            </a:r>
          </a:p>
          <a:p>
            <a:pPr marL="0" indent="0">
              <a:buNone/>
            </a:pPr>
            <a:r>
              <a:rPr lang="en-US" dirty="0"/>
              <a:t>• Low-cost using open-source tools</a:t>
            </a:r>
          </a:p>
          <a:p>
            <a:pPr marL="0" indent="0">
              <a:buNone/>
            </a:pPr>
            <a:r>
              <a:rPr lang="en-US" dirty="0"/>
              <a:t>• Compatible with smart city frameworks</a:t>
            </a:r>
          </a:p>
          <a:p>
            <a:endParaRPr lang="en-US" dirty="0"/>
          </a:p>
          <a:p>
            <a:r>
              <a:rPr lang="en-US" b="1" dirty="0"/>
              <a:t>Innovative Elements:</a:t>
            </a:r>
          </a:p>
          <a:p>
            <a:pPr marL="0" indent="0">
              <a:buNone/>
            </a:pPr>
            <a:r>
              <a:rPr lang="en-US" dirty="0"/>
              <a:t>• Unified monitoring across city-wide hotspots</a:t>
            </a:r>
          </a:p>
          <a:p>
            <a:pPr marL="0" indent="0">
              <a:buNone/>
            </a:pPr>
            <a:r>
              <a:rPr lang="en-US" dirty="0"/>
              <a:t>• AI-driven anomaly detection</a:t>
            </a:r>
          </a:p>
          <a:p>
            <a:pPr marL="0" indent="0">
              <a:buNone/>
            </a:pPr>
            <a:r>
              <a:rPr lang="en-US" dirty="0"/>
              <a:t>• Real-time dashboard for administrators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65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Snort IDS Documentation – [snort.org]</a:t>
            </a:r>
          </a:p>
          <a:p>
            <a:r>
              <a:rPr lang="en-IN" dirty="0"/>
              <a:t>Wireshark User Guide – [wireshark.org]</a:t>
            </a:r>
          </a:p>
          <a:p>
            <a:r>
              <a:rPr lang="en-IN" dirty="0"/>
              <a:t>“Intrusion Detection in Smart Cities” – IEEE Access, 2023</a:t>
            </a:r>
          </a:p>
          <a:p>
            <a:r>
              <a:rPr lang="en-IN" dirty="0"/>
              <a:t>OWASP IoT Project – [owasp.org]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258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6159</TotalTime>
  <Words>383</Words>
  <Application>Microsoft Office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Casper</vt:lpstr>
      <vt:lpstr>Raleway ExtraBold</vt:lpstr>
      <vt:lpstr>Times New Roman</vt:lpstr>
      <vt:lpstr>1_Office Theme</vt:lpstr>
      <vt:lpstr>2_Office Theme</vt:lpstr>
      <vt:lpstr>Contents Slide Master</vt:lpstr>
      <vt:lpstr>PowerPoint Presentation</vt:lpstr>
      <vt:lpstr>Outline</vt:lpstr>
      <vt:lpstr>Introduction to Project</vt:lpstr>
      <vt:lpstr>Block Diagram / System Architecture</vt:lpstr>
      <vt:lpstr>Experimental Setup Design</vt:lpstr>
      <vt:lpstr>Required Equipment / Software</vt:lpstr>
      <vt:lpstr> Methodology Used </vt:lpstr>
      <vt:lpstr>Research Methodology </vt:lpstr>
      <vt:lpstr>Feasibility &amp; Innovation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MD HADIQUE</cp:lastModifiedBy>
  <cp:revision>494</cp:revision>
  <dcterms:created xsi:type="dcterms:W3CDTF">2019-01-09T10:33:58Z</dcterms:created>
  <dcterms:modified xsi:type="dcterms:W3CDTF">2025-09-22T15:48:04Z</dcterms:modified>
</cp:coreProperties>
</file>